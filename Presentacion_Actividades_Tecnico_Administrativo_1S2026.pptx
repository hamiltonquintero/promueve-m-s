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2A900"/>
                </a:solidFill>
              </a:defRPr>
            </a:pPr>
            <a:r>
              <a:t>PROMUEVE MÁS S.A.S.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Informe de Actividades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Técnico Administrativo y Financiero — Primer Semestre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2A900"/>
                </a:solidFill>
              </a:defRPr>
            </a:pPr>
            <a:r>
              <a:t>Hamilton Quintero García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Manizales, Caldas —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  <a:p>
            <a:pPr>
              <a:defRPr sz="1400">
                <a:solidFill>
                  <a:srgbClr val="F2A900"/>
                </a:solidFill>
              </a:defRPr>
            </a:pPr>
            <a:r>
              <a:t>Ejes de trabajo del primer semestre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Seguridad de la información y MSPI</a:t>
            </a:r>
          </a:p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Gestión de riesgos informáticos</a:t>
            </a:r>
          </a:p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Monitoreo y ciberseguridad del sitio web</a:t>
            </a:r>
          </a:p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Accesibilidad web</a:t>
            </a:r>
          </a:p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Gestión documental y archivo</a:t>
            </a:r>
          </a:p>
          <a:p>
            <a:pPr>
              <a:spcAft>
                <a:spcPts val="1200"/>
              </a:spcAft>
              <a:defRPr sz="2200" b="1">
                <a:solidFill>
                  <a:srgbClr val="0B2A5E"/>
                </a:solidFill>
              </a:defRPr>
            </a:pPr>
            <a:r>
              <a:t>•  Transparencia y datos abiertos (ITA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Promueve Más S.A.S. — Dirección Administrativa y Financiera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Política de Seguridad de la Información</a:t>
            </a:r>
          </a:p>
          <a:p>
            <a:pPr>
              <a:defRPr sz="1400">
                <a:solidFill>
                  <a:srgbClr val="F2A900"/>
                </a:solidFill>
              </a:defRPr>
            </a:pPr>
            <a:r>
              <a:t>PSI-GTI-001 · Versión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Elaboración de la Política General de Seguridad de la Información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17 capítulos, 19 políticas específicas y anexos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Marco de referencia: MSPI (MinTIC) e ISO/IEC 27001-27002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Informe semestral de seguimiento al PSPI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Gestión de Riesgos Informáticos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Matriz de Riesgos Informáticos de la entidad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Plan de Tratamiento de Riesgos de Seguridad y Privacidad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Informe semestral de seguimiento — corte 30 de junio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Monitoreo de Ciberseguridad del Sitio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Primer trimestre: gestión inicial y solicitud de evaluación externa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Segundo trimestre: diagnóstico, remediación y verificación técnica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Seguimiento continuo de promuevemas.com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Accesibilidad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Certificado de cumplimiento de accesibilidad web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Certificado de navegación por tabulación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Verificación con herramientas WAVE y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Gestión Documental y Archivo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Lineamientos para la organización del archivo primario por áreas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Formato de transferencia documental primaria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Informe de seguridad del archivo central e histórico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Justificación técnica del Programa de Gestión Documental (PGD)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Planeación Institucional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Informe semestral de seguimiento al PINAR 2026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Informe semestral de seguimiento al PETI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Transparencia y Datos Abiertos</a:t>
            </a:r>
          </a:p>
          <a:p>
            <a:pPr>
              <a:defRPr sz="1400">
                <a:solidFill>
                  <a:srgbClr val="F2A900"/>
                </a:solidFill>
              </a:defRPr>
            </a:pPr>
            <a:r>
              <a:t>Índice de Transparencia y Acceso a la Información — ITA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188720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Registro de Activos de Información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Esquema de Publicación de Información</a:t>
            </a:r>
          </a:p>
          <a:p>
            <a:pPr>
              <a:spcAft>
                <a:spcPts val="1200"/>
              </a:spcAft>
              <a:defRPr sz="2000" b="1">
                <a:solidFill>
                  <a:srgbClr val="0B2A5E"/>
                </a:solidFill>
              </a:defRPr>
            </a:pPr>
            <a:r>
              <a:t>•  Diligenciamiento del formulario ITA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Gracias</a:t>
            </a:r>
          </a:p>
          <a:p>
            <a:pPr>
              <a:defRPr sz="1800">
                <a:solidFill>
                  <a:srgbClr val="F2A900"/>
                </a:solidFill>
              </a:defRPr>
            </a:pPr>
            <a:r>
              <a:t>Preguntas y observaciones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